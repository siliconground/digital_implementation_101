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0" r:id="rId2"/>
    <p:sldId id="14950" r:id="rId3"/>
    <p:sldId id="316" r:id="rId4"/>
    <p:sldId id="295" r:id="rId5"/>
    <p:sldId id="315" r:id="rId6"/>
    <p:sldId id="14944" r:id="rId7"/>
    <p:sldId id="305" r:id="rId8"/>
    <p:sldId id="318" r:id="rId9"/>
    <p:sldId id="319" r:id="rId10"/>
    <p:sldId id="320" r:id="rId11"/>
    <p:sldId id="321" r:id="rId12"/>
    <p:sldId id="322" r:id="rId13"/>
    <p:sldId id="323" r:id="rId14"/>
    <p:sldId id="347" r:id="rId15"/>
    <p:sldId id="1495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F899-55F9-7D24-A64D-47D1348D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CA78E8-3B3A-DA73-0C1B-BDD81412C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552A65-E149-D0F0-9BF4-434B7A3D7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BDE36-8CD8-9614-6609-1CADBB13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57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9033-F518-BB23-8ED4-2B090CD4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C7FE1C-F1E3-F58D-10BD-62882A65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91293F-CEE0-7945-E480-C7450236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016D0-2D00-521A-2AF2-1FEDF3568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61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7F8E-2A99-BF34-B33A-46C39C6B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8FBB56-FCDB-D696-3789-E8C691D0D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770D6A-4A78-8AF7-41C4-D7951FE8E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E8FBE-B476-520E-A226-75CF41437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48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D3BC-75C5-5A9E-E0D4-763570D0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76A8B-6E4C-08E8-70B2-866CB1274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3A80B-85E5-6393-0448-E1EBEFE13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2B12C-7241-07A3-34D1-BFB1F3E7D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32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1B29-4939-FC24-0F56-9FF7F0DC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4614C8-5A9A-508F-E241-22D90934D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E5A585-B082-15A6-9CFC-F50F5FD6B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31A7BF-2D5F-0F0F-C19A-2B6F83FBF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286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A9D9-D1B9-AAE4-46D6-F18A6788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0D5EB-6C1D-2166-8DFF-8E2F1A0FC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1CD937-2F33-90F3-7105-E8C44655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88C19B-A1FB-1F9D-F8AA-A55DAE17B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255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4738-FE6C-DC53-D2C5-8E2E4EC7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D7A4-1911-8F11-D95B-BE1433734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CA781D-B6EE-46E3-24D8-BF2C11AB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9659B-DA88-8F62-3C42-4CDA38000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9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28AA-A598-BC8B-D5DA-C3295A5F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887BB-4646-5CC5-3953-BA2CFC74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C9B4E-174D-B3D8-A80B-C51F76CD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94842-74BD-314E-4A3A-0E40C4CDF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66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30B5-553E-18FF-8957-2336C787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458317-7CCB-9E09-8E70-DBBFF3BB1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B3B3F-00A1-4127-D6BC-41DB2476B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DE3F9-FF27-087E-ADC2-A49E21213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75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BF700-B932-CE7A-C988-65DCD8CE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5D8D67-E7FC-AD5B-4A4B-4019D2FB7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9A953B-8C42-D504-AC62-A73DAFBE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EBDD2F-C64B-3AB6-FC3A-E45C6CE3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866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5" r:id="rId14"/>
    <p:sldLayoutId id="2147483676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 101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Session2 : Logical Equivalence Check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Understanding LEC</a:t>
            </a:r>
          </a:p>
        </p:txBody>
      </p:sp>
    </p:spTree>
    <p:extLst>
      <p:ext uri="{BB962C8B-B14F-4D97-AF65-F5344CB8AC3E}">
        <p14:creationId xmlns:p14="http://schemas.microsoft.com/office/powerpoint/2010/main" val="188467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4079-C5BD-89D2-CD8A-E71C84F5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2E0E4-5689-4AB6-0EEF-5DC753EAFA8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Notion of LEC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9405D70-EA28-9B40-9A4F-005E12F81CC7}"/>
              </a:ext>
            </a:extLst>
          </p:cNvPr>
          <p:cNvGrpSpPr/>
          <p:nvPr/>
        </p:nvGrpSpPr>
        <p:grpSpPr>
          <a:xfrm>
            <a:off x="1285874" y="1762525"/>
            <a:ext cx="9801225" cy="4351474"/>
            <a:chOff x="1438274" y="2012247"/>
            <a:chExt cx="9801225" cy="43514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91B83C-548F-3413-0A8F-632AB8242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8274" y="2012248"/>
              <a:ext cx="9801225" cy="435147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A0AE049-1789-620B-1B7B-22AE01A445F5}"/>
                </a:ext>
              </a:extLst>
            </p:cNvPr>
            <p:cNvSpPr/>
            <p:nvPr/>
          </p:nvSpPr>
          <p:spPr>
            <a:xfrm>
              <a:off x="1524000" y="2012247"/>
              <a:ext cx="3409950" cy="226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610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891E-0F50-E3A7-D165-E6591B63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640EC-0A8E-AA44-FEEB-573BB206D29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LEC Flow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7F1375-D0EF-4D78-CF5C-BAC0AE427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32" y="1560142"/>
            <a:ext cx="4962968" cy="48165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9B1092-25D3-60BF-3C3C-1399F939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4748"/>
            <a:ext cx="5709942" cy="300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6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0621-6FF8-BE52-8E08-B3417EA2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D7660-C37D-DF38-BB75-5949052675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Input Files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1DA4C80-698D-98E5-7F24-61E39EB201A2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LEC</a:t>
            </a:r>
            <a:endParaRPr 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8FA32F6-FDF7-2633-7014-402781EE413B}"/>
              </a:ext>
            </a:extLst>
          </p:cNvPr>
          <p:cNvGrpSpPr/>
          <p:nvPr/>
        </p:nvGrpSpPr>
        <p:grpSpPr>
          <a:xfrm>
            <a:off x="4796400" y="2188774"/>
            <a:ext cx="2599200" cy="3208179"/>
            <a:chOff x="4663311" y="2007799"/>
            <a:chExt cx="2743200" cy="3208179"/>
          </a:xfrm>
        </p:grpSpPr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C8CD46F-B6B8-5016-705E-05F1F3A958A7}"/>
                </a:ext>
              </a:extLst>
            </p:cNvPr>
            <p:cNvSpPr/>
            <p:nvPr/>
          </p:nvSpPr>
          <p:spPr>
            <a:xfrm>
              <a:off x="4663311" y="2007799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PDK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(.lib/.</a:t>
              </a:r>
              <a:r>
                <a:rPr lang="en-US" altLang="ko-KR" sz="1400" dirty="0" err="1">
                  <a:latin typeface="맑은 고딕"/>
                  <a:ea typeface="맑은 고딕"/>
                </a:rPr>
                <a:t>db</a:t>
              </a:r>
              <a:r>
                <a:rPr lang="en-US" altLang="ko-KR" sz="1400" dirty="0">
                  <a:latin typeface="맑은 고딕"/>
                  <a:ea typeface="맑은 고딕"/>
                </a:rPr>
                <a:t> file for std/io cells)</a:t>
              </a:r>
            </a:p>
          </p:txBody>
        </p:sp>
        <p:sp>
          <p:nvSpPr>
            <p:cNvPr id="4" name="Rectangle 12">
              <a:extLst>
                <a:ext uri="{FF2B5EF4-FFF2-40B4-BE49-F238E27FC236}">
                  <a16:creationId xmlns:a16="http://schemas.microsoft.com/office/drawing/2014/main" id="{02592356-8747-9FB1-BCED-7842CCD9E112}"/>
                </a:ext>
              </a:extLst>
            </p:cNvPr>
            <p:cNvSpPr/>
            <p:nvPr/>
          </p:nvSpPr>
          <p:spPr>
            <a:xfrm>
              <a:off x="4663311" y="2674012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RTL Source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(.v files for synthesis)</a:t>
              </a:r>
            </a:p>
          </p:txBody>
        </p:sp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7F498D3E-C5C3-5C26-83CF-128F8B02C09C}"/>
                </a:ext>
              </a:extLst>
            </p:cNvPr>
            <p:cNvSpPr/>
            <p:nvPr/>
          </p:nvSpPr>
          <p:spPr>
            <a:xfrm>
              <a:off x="4663311" y="3340225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Gate Level Netlist</a:t>
              </a: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6CE166EB-7045-ACF3-0AAA-A623FA00A0A3}"/>
                </a:ext>
              </a:extLst>
            </p:cNvPr>
            <p:cNvSpPr/>
            <p:nvPr/>
          </p:nvSpPr>
          <p:spPr>
            <a:xfrm>
              <a:off x="4663311" y="4675911"/>
              <a:ext cx="2743200" cy="540067"/>
            </a:xfrm>
            <a:prstGeom prst="rect">
              <a:avLst/>
            </a:prstGeom>
            <a:solidFill>
              <a:srgbClr val="6182D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Equivalence Check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(Conformal)</a:t>
              </a:r>
            </a:p>
          </p:txBody>
        </p:sp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9B50A667-590E-5864-A1C3-DFDC4734F816}"/>
                </a:ext>
              </a:extLst>
            </p:cNvPr>
            <p:cNvSpPr/>
            <p:nvPr/>
          </p:nvSpPr>
          <p:spPr>
            <a:xfrm rot="5400000">
              <a:off x="5763247" y="4060100"/>
              <a:ext cx="543327" cy="43600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sz="1400"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E03F-1FEE-D235-3F9A-F78E485D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0E552-2621-19F7-2D68-AD3489F5AB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5DB09EC-67F3-AF27-AF19-75466019B3B4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GUI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4F1D4D-4F3C-EAE7-A23E-2BFAE84E1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69" y="1513448"/>
            <a:ext cx="9164881" cy="46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8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44A6-8502-704B-9DE2-FD88D3DB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D2CF7-603C-52F7-1093-83D6FDE6442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0E55BA6-727B-3B83-1739-60F968FA0F0F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5EBF4-ADED-B6EC-2B46-372ABCD31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1953085"/>
            <a:ext cx="8578850" cy="4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72BF-4A7E-4C99-45A3-EA51EFC9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38464-A76D-C3AB-5B1A-A1F869EB0FD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7C43047-1990-EB6C-EDF0-89B197F8FC24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 – Comparison Results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F8DF50-F420-CB0F-2AA8-385E6CF9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855" y="1836447"/>
            <a:ext cx="8528289" cy="40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7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4D83-02C4-FD0D-4847-115E925D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DAA3D-8701-F1C2-1E5F-A188D22D26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2C8A7C0-B5C1-F0FF-C76B-F022B8E85FA3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 – Comparison Results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10F220-F0D2-ED9A-A377-FA54DB21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43" y="1817159"/>
            <a:ext cx="9799513" cy="470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28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911F-BB05-3172-F538-EC45CECB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38A7C-8760-2689-4167-6338937625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62F917E-F14B-A964-EC4C-1120B2E5F986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Diagnosis Manager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33A0B9-3AF2-54F7-026E-549A2697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337" y="1952019"/>
            <a:ext cx="8803326" cy="381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5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0558-E2E1-3E62-FF0F-744BC14F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3EEE64-469E-A6C5-C341-400B2CBE90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9336EBC-F9EC-3234-0A9D-8B48413A5797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Schematic Viewer</a:t>
            </a:r>
          </a:p>
          <a:p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8501DB-A97D-83AE-A76F-31945B044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25" y="1892274"/>
            <a:ext cx="8921750" cy="45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6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4BD1-C1E5-8B31-D89A-9158FE20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A6A4C-DBF9-A3AD-37D7-08C64A8826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470EB1ED-1C16-B6C7-137E-1A63A9457EC3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Source Code Manager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1F1CD-DFB1-2659-93C3-20F21B62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75" y="1869513"/>
            <a:ext cx="7893050" cy="440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20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5712-37BA-4925-AE27-B426088C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4DF9A-E401-8B85-DF0D-4B976F3291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FC9D5A6-2AAE-5CEE-352E-D6EAA9F31C60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do file : Automated Code from Genus</a:t>
            </a:r>
            <a:endParaRPr lang="en-US" dirty="0"/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622014-56BE-AD5B-E6D4-6F3FF7BA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82" y="3429000"/>
            <a:ext cx="5964252" cy="2107369"/>
          </a:xfrm>
          <a:prstGeom prst="rect">
            <a:avLst/>
          </a:prstGeom>
        </p:spPr>
      </p:pic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FF46CC-1DAB-8942-5104-25BAC2FC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610" y="652173"/>
            <a:ext cx="5321638" cy="59711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495E8F-8B80-B5F1-D392-1A69860F1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054" t="-4315"/>
          <a:stretch>
            <a:fillRect/>
          </a:stretch>
        </p:blipFill>
        <p:spPr>
          <a:xfrm>
            <a:off x="64013" y="2348873"/>
            <a:ext cx="6262991" cy="28290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47EFA41-1514-8B77-92F2-4C8974F5E6CD}"/>
              </a:ext>
            </a:extLst>
          </p:cNvPr>
          <p:cNvSpPr/>
          <p:nvPr/>
        </p:nvSpPr>
        <p:spPr>
          <a:xfrm>
            <a:off x="1852863" y="4266115"/>
            <a:ext cx="938463" cy="433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45A263-299E-3F12-421F-0D7E0B4FE603}"/>
              </a:ext>
            </a:extLst>
          </p:cNvPr>
          <p:cNvSpPr/>
          <p:nvPr/>
        </p:nvSpPr>
        <p:spPr>
          <a:xfrm>
            <a:off x="11213432" y="5815263"/>
            <a:ext cx="796422" cy="327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9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F4A0-715D-3511-64EE-4EBC7B80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8F9123-629F-990E-8934-111B76B7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" t="656"/>
          <a:stretch>
            <a:fillRect/>
          </a:stretch>
        </p:blipFill>
        <p:spPr>
          <a:xfrm>
            <a:off x="5340649" y="2285204"/>
            <a:ext cx="6669203" cy="4144295"/>
          </a:xfrm>
          <a:prstGeom prst="rect">
            <a:avLst/>
          </a:prstGeom>
        </p:spPr>
      </p:pic>
      <p:pic>
        <p:nvPicPr>
          <p:cNvPr id="8" name="그림 7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A44E8A-392E-1E4A-D891-2CC047F98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50" y="2285204"/>
            <a:ext cx="4788031" cy="414429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FC01D5-343A-DD5E-8D75-E4703CB074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참고 </a:t>
            </a:r>
            <a:r>
              <a:rPr lang="en-US" altLang="ko-KR" dirty="0">
                <a:solidFill>
                  <a:srgbClr val="147BD1"/>
                </a:solidFill>
              </a:rPr>
              <a:t>– Abort</a:t>
            </a:r>
            <a:r>
              <a:rPr lang="ko-KR" altLang="en-US" dirty="0">
                <a:solidFill>
                  <a:srgbClr val="147BD1"/>
                </a:solidFill>
              </a:rPr>
              <a:t>의 예시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DA18B76-7F4F-02DD-C684-0E6E8D861A98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do file : RTL Source Code</a:t>
            </a:r>
            <a:r>
              <a:rPr lang="ko-KR" altLang="en-US" dirty="0"/>
              <a:t>를 직접 지정 </a:t>
            </a:r>
            <a:r>
              <a:rPr lang="en-US" altLang="ko-KR" dirty="0"/>
              <a:t>(no </a:t>
            </a:r>
            <a:r>
              <a:rPr lang="en-US" altLang="ko-KR" dirty="0" err="1"/>
              <a:t>fv_map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F6166A-3F06-7AD8-B75C-E8D910F0726B}"/>
              </a:ext>
            </a:extLst>
          </p:cNvPr>
          <p:cNvSpPr/>
          <p:nvPr/>
        </p:nvSpPr>
        <p:spPr>
          <a:xfrm>
            <a:off x="2843463" y="5505729"/>
            <a:ext cx="387417" cy="189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A9A6E-2DE9-567F-0C17-8720EF5DC37B}"/>
              </a:ext>
            </a:extLst>
          </p:cNvPr>
          <p:cNvSpPr/>
          <p:nvPr/>
        </p:nvSpPr>
        <p:spPr>
          <a:xfrm>
            <a:off x="8711506" y="5217373"/>
            <a:ext cx="1809868" cy="4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4A3675-7035-1635-DD03-1B0C6BCE46C0}"/>
              </a:ext>
            </a:extLst>
          </p:cNvPr>
          <p:cNvSpPr/>
          <p:nvPr/>
        </p:nvSpPr>
        <p:spPr>
          <a:xfrm>
            <a:off x="8720972" y="3502486"/>
            <a:ext cx="918328" cy="4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C53812-28E4-F636-F3A6-D8E6886BE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299" y="235756"/>
            <a:ext cx="3687952" cy="193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08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14150</TotalTime>
  <Words>115</Words>
  <Application>Microsoft Office PowerPoint</Application>
  <PresentationFormat>Widescreen</PresentationFormat>
  <Paragraphs>44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맑은 고딕</vt:lpstr>
      <vt:lpstr>Rubik Light</vt:lpstr>
      <vt:lpstr>나눔스퀘어 네오 Regular</vt:lpstr>
      <vt:lpstr>Arial</vt:lpstr>
      <vt:lpstr>Office 테마</vt:lpstr>
      <vt:lpstr>Digital Implementation 101</vt:lpstr>
      <vt:lpstr>1. Understanding LEC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[교원]우승안</cp:lastModifiedBy>
  <cp:revision>770</cp:revision>
  <dcterms:created xsi:type="dcterms:W3CDTF">2024-09-20T05:42:48Z</dcterms:created>
  <dcterms:modified xsi:type="dcterms:W3CDTF">2026-06-10T14:09:51Z</dcterms:modified>
</cp:coreProperties>
</file>